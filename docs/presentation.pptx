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519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One-line pitch: team members write one fixed-structure report per week; managers get a consolidated dashboard with filters, submission tracking, charts, and an AI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roles first — everything in the design flows from the member/manager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React app → REST calls with the JWT cookie → Express (auth middleware, then controllers/services) → Prisma → Postgres. The AI branch reuses the same data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reports table: the fixed field list from the assignment maps 1:1 to columns. Mention the unique index and derived status — these usually get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explicitly asks for clear separation between these two pages — they are separate routes, separate components, and the dashboard route is guarded by role both in the router and again on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reusability is an explicit evaluation criterion — call out StatusBadge as the concrete example used on both the member page and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RBAC is enforced on the server, per endpoint — hiding buttons in the UI is not security. Frontend route guards are UX; the API check is the real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cookies over localStorage: httpOnly cookies can't be read by injected scripts, which removes the most common token-theft vector in SPAs.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challenge you personally found hardest and expand on it verbally — evaluators want to hear genuine problem-solving, not a rehearsed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deliberate scope decisions, not omissions: 'I prioritized the core requirements and a working bonus feature over breadth.'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&lt;link&gt; placeholders with your real GitHub, Google Drive video, and dbdiagram.io links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ASSIGNMENT — SOFTWARE ENGINEERING INTERNSHIP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Report Generator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Team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app where team members submit structured weekly reports and managers analyze them in one dashboard.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8F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8F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Bihindu Wijesooriya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647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4533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weekly report in a fixed, identical structure: tasks completed, tasks planned, blockers, hours, notes — tagged to a project.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9535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7340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0449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report for any week, filter by member / project / date range, and track submitted, pending, and late status per person.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41422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9227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2336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and charts: compliance rate, open blockers, task trends, workload by project — plus an AI assistant for questions.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arch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8229600" cy="1591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38328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" y="3529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REST boundary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3950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only ever talks to the Express API; the database and AI provider stay server-side.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36976" y="338328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01568" y="3529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at the middleware layer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01568" y="3950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verifies the JWT cookie; requireRole('MANAGER') gates team-wide endpoints.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16752" y="338328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81344" y="3529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81344" y="3950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validate input, services hold logic, Prisma handles data access — easy to test and extend.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pic>
        <p:nvPicPr>
          <p:cNvPr id="4" name="Image 0" descr="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4690872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5780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structure = real columns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5780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fields are schema columns, not JSON — the database itself enforces identical reports for everyone.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57800" y="2313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/ person / week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5877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week_start) pushes the rule into the database, not app code.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57800" y="3209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34838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/ pending / late computed from status + submitted_at vs the week deadline — nothing to keep in sync.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4105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 an enum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57800" y="43799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static roles don't justify a roles table; extension path is clear if that changes.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experiences, one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report page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/my-reports  ·  every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Fixed-order form — no custom fields anywhere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draft → edit → submit workflow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organized by week with status badges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picker snaps any date to its Monday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7E8DD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dashboard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 ·  managers only (route-guarded)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+ 3 Recharts visualizations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week, member, project, date range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/ pending / late per team member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 + AI chat widget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structure &amp;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        fetch client (one wrapper)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    AuthContext — session state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 Layout, StatusBadge,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AssistantWidget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      Login, Register, MyReports,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TeamDashboard, Projects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design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09160" y="17556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StatusBadge renders submitted/pending/late/draft consistently on both pages; Layout carries nav + role display everywhere.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9160" y="2578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where it belongs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09160" y="28712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lives in one context; pages own their data fetching; no global store needed at this scale.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9160" y="3694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9160" y="398678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metrics and chart cards collapse to a single column under 860px.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with role-based access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/api/auth/register · login · logout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via JWT in an httpOnly cookie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GET/POST/PATCH /api/reports…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reports only — ownership checked per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/api/reports/team, /team/status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Team-wide reports, filters, submission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POST/PATCH/DELETE /api/projects…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projects (reads open to all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/api/dashboard/summary, /trends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+ pre-aggregated chart series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/api/assistant/chat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Q&amp;A grounded in stored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middleware do all the gating:  </a:t>
            </a:r>
            <a:r>
              <a:rPr lang="en-US" sz="1250" b="1" dirty="0">
                <a:solidFill>
                  <a:srgbClr val="2F6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requireAuth</a:t>
            </a: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verifies the token → </a:t>
            </a:r>
            <a:r>
              <a:rPr lang="en-US" sz="1250" b="1" dirty="0">
                <a:solidFill>
                  <a:srgbClr val="B35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requireRole('MANAGER')</a:t>
            </a:r>
            <a:r>
              <a:rPr lang="en-US" sz="12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403 for members.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validation &amp; session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on every write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required fields, ranges (hours 0–168), and enum values validated before any handler logic; failures return structured 400s.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AF2E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16093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64608" y="19385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hashes with salt; login compares hashes; responses never include the hash field.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7E8DD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2735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an httpOnly cookie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36027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invisible to JavaScript (blocks XSS token theft); SameSite=Lax; CORS locked to the frontend origin with credentials.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27248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7E8DD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32735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in the database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4608" y="36027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(email, user+week), FK cascades, and delete protection for projects that still have reports.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27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'week' consistently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196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could pick any date; comparisons need one canonical key.   </a:t>
            </a:r>
            <a:r>
              <a:rPr lang="en-US" sz="11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date normalizes to its Monday (UTC) on the server; weekStart becomes the unique, filterable week key.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2432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7340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vs pending vs submitted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266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states, but only one status column felt right.   </a:t>
            </a:r>
            <a:r>
              <a:rPr lang="en-US" sz="11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DRAFT/SUBMITTED + submitted_at; derive 'late' against the week's deadline at query time — no sync bugs.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313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9410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shape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336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needs aggregated series, not raw rows.   </a:t>
            </a:r>
            <a:r>
              <a:rPr lang="en-US" sz="110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/dashboard/trends endpoint aggregates server-side, keeping the frontend simple and the payload small.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609344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management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029968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MANAGER assignment out of signup into an admin flow with invitations.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46304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1568" y="1609344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1568" y="2029968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Slack reminders before the weekly deadline; nudges for pending reports.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6752" y="146304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81344" y="1609344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81344" y="2029968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PDF export of any filtered dashboard view for stakeholders.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27355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AI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694176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weekly team summary; blocker clustering across weeks; tool-use for live queries.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36976" y="312724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1568" y="327355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01568" y="3694176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tests (Supertest) and component tests wired into GitHub Actions.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16752" y="312724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5E0"/>
            </a:solidFill>
            <a:prstDash val="solid"/>
          </a:ln>
          <a:effectLst>
            <a:outerShdw blurRad="76200" dist="25400" dir="5400000" algn="bl" rotWithShape="0">
              <a:srgbClr val="1C25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1344" y="327355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81344" y="3694176"/>
            <a:ext cx="2350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 the API + frontend and deploy with a managed Postgres instance.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     &lt;link&gt;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video            &lt;link&gt;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 diagram            &lt;link&gt;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1312</Words>
  <Application>Microsoft Office PowerPoint</Application>
  <PresentationFormat>On-screen Show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Generator &amp; Team Dashboard</dc:title>
  <dc:subject>PptxGenJS Presentation</dc:subject>
  <dc:creator>PptxGenJS</dc:creator>
  <cp:lastModifiedBy>Bihindu Wijesooriya</cp:lastModifiedBy>
  <cp:revision>2</cp:revision>
  <dcterms:created xsi:type="dcterms:W3CDTF">2026-07-09T15:12:56Z</dcterms:created>
  <dcterms:modified xsi:type="dcterms:W3CDTF">2026-07-10T16:42:25Z</dcterms:modified>
</cp:coreProperties>
</file>